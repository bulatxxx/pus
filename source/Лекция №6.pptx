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94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head.png"/>
          <p:cNvPicPr>
            <a:picLocks noChangeAspect="1"/>
          </p:cNvPicPr>
          <p:nvPr userDrawn="1"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9" name="Прямоугольник 8"/>
          <p:cNvSpPr/>
          <p:nvPr userDrawn="1"/>
        </p:nvSpPr>
        <p:spPr>
          <a:xfrm>
            <a:off x="5545389" y="-44722"/>
            <a:ext cx="35986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B0F0"/>
                </a:solidFill>
                <a:latin typeface="PT Sans"/>
              </a:rPr>
              <a:t>Центр дистанционного обучения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7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092771" y="6083371"/>
            <a:ext cx="1907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PT Sans"/>
              </a:rPr>
              <a:t>Online</a:t>
            </a:r>
            <a:r>
              <a:rPr lang="ru-RU" sz="1400" b="1" dirty="0">
                <a:solidFill>
                  <a:schemeClr val="bg1"/>
                </a:solidFill>
                <a:latin typeface="PT Sans"/>
              </a:rPr>
              <a:t>-</a:t>
            </a:r>
            <a:r>
              <a:rPr lang="en-US" sz="1400" b="1" dirty="0">
                <a:solidFill>
                  <a:schemeClr val="bg1"/>
                </a:solidFill>
                <a:latin typeface="PT Sans"/>
              </a:rPr>
              <a:t>edu.mirea.ru</a:t>
            </a:r>
            <a:endParaRPr lang="ru-RU" sz="1400" b="1" dirty="0">
              <a:solidFill>
                <a:schemeClr val="bg1"/>
              </a:solidFill>
              <a:latin typeface="PT San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7958"/>
            <a:ext cx="9143999" cy="2644726"/>
          </a:xfrm>
        </p:spPr>
        <p:txBody>
          <a:bodyPr/>
          <a:lstStyle/>
          <a:p>
            <a:pPr algn="ctr"/>
            <a:r>
              <a:rPr lang="ru-RU" altLang="ru-RU" sz="6000" dirty="0">
                <a:latin typeface="Times New Roman" panose="02020603050405020304" pitchFamily="18" charset="0"/>
              </a:rPr>
              <a:t>Программирование управляемых технических систем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5CABD-092D-4CC1-B799-8089F630E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ФИО преподавателя</a:t>
            </a:r>
            <a:r>
              <a:rPr lang="en-US" dirty="0"/>
              <a:t>: </a:t>
            </a:r>
            <a:r>
              <a:rPr lang="ru-RU" dirty="0" err="1"/>
              <a:t>Закожурников</a:t>
            </a:r>
            <a:r>
              <a:rPr lang="ru-RU" dirty="0"/>
              <a:t> Сергей Сергеевич</a:t>
            </a:r>
          </a:p>
          <a:p>
            <a:r>
              <a:rPr lang="en-US" dirty="0"/>
              <a:t>e-mail: zakozhurnikov@mirea.ru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007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FE60DD-25BD-4555-9B80-DBA266ADD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898"/>
            <a:ext cx="9143999" cy="615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3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71FAD3-C7E3-4A7A-9633-DCF5462B7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32"/>
            <a:ext cx="9144000" cy="677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08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CD8CD2-00FA-430F-9503-03E0F771B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499"/>
            <a:ext cx="9143999" cy="533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697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7DC4EE-E0AA-46ED-A6FA-8F0E1D71B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860"/>
            <a:ext cx="9144000" cy="5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10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8B8894-FFE9-4A98-90C2-E2D15DDBD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4442"/>
            <a:ext cx="9143999" cy="552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37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5173FA-E2A2-4E58-92F1-12568477A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686"/>
            <a:ext cx="9144000" cy="645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0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2D4558-A9A7-4B1B-8F23-9FE73AFF1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" y="797469"/>
            <a:ext cx="9136087" cy="56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1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57A97E-F514-4EAD-9B80-6A4B92D06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6760"/>
            <a:ext cx="9144000" cy="468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79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8D6E8F-B06C-4FB9-8C5B-55B2B95F6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5275"/>
            <a:ext cx="9144000" cy="494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143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D93521-3BCB-4040-9858-3D9C9182B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1040"/>
            <a:ext cx="9143999" cy="486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35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FCA8F7-9800-4D36-BEFC-74B6DE4F6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3792"/>
            <a:ext cx="9144000" cy="516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10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FCA66D-EC4A-4A68-A3F9-36D203840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479"/>
            <a:ext cx="9144000" cy="634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540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AE25B4-0F6F-480C-925F-15AD5370D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856"/>
            <a:ext cx="9143999" cy="527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951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256BA5-81D1-4CDE-BEBF-46830F309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379828"/>
            <a:ext cx="8601075" cy="12096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725F9B-D2DD-4491-B02B-3E5CAF3BB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093"/>
            <a:ext cx="9144000" cy="503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48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4C8794-501D-4D77-BA6D-912A90E93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806"/>
            <a:ext cx="9144000" cy="636638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03D6E7-CB19-4C61-AD8A-BDBADFCE7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3177"/>
            <a:ext cx="6794695" cy="138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25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273E69-CAC9-4AC6-9702-477D8FA79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046"/>
            <a:ext cx="9144000" cy="640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38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172723-89B3-473D-969A-FF594AFB1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6036"/>
            <a:ext cx="9143999" cy="505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79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A3A598-258F-4379-9EED-AE1D5448A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48126" cy="236116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6696E8-976D-40DB-B2CC-12DB19270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37" y="2330361"/>
            <a:ext cx="8748126" cy="45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68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03EAE4-CBA7-4ABC-948E-4DDD9900E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805"/>
            <a:ext cx="9144000" cy="577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891133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6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2789</TotalTime>
  <Words>24</Words>
  <Application>Microsoft Office PowerPoint</Application>
  <PresentationFormat>Экран (4:3)</PresentationFormat>
  <Paragraphs>4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PT Sans</vt:lpstr>
      <vt:lpstr>Times New Roman</vt:lpstr>
      <vt:lpstr>Специальное оформление</vt:lpstr>
      <vt:lpstr>Программирование управляемых технических систем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Закожурников Сергей Сергеевич</cp:lastModifiedBy>
  <cp:revision>110</cp:revision>
  <dcterms:created xsi:type="dcterms:W3CDTF">2015-07-29T11:14:37Z</dcterms:created>
  <dcterms:modified xsi:type="dcterms:W3CDTF">2024-01-21T09:00:14Z</dcterms:modified>
</cp:coreProperties>
</file>