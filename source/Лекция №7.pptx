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94" r:id="rId2"/>
    <p:sldId id="355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head.png"/>
          <p:cNvPicPr>
            <a:picLocks noChangeAspect="1"/>
          </p:cNvPicPr>
          <p:nvPr userDrawn="1"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5545389" y="-44722"/>
            <a:ext cx="35986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B0F0"/>
                </a:solidFill>
                <a:latin typeface="PT Sans"/>
              </a:rPr>
              <a:t>Центр дистанционного обучения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092771" y="6083371"/>
            <a:ext cx="1907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PT Sans"/>
              </a:rPr>
              <a:t>Online</a:t>
            </a:r>
            <a:r>
              <a:rPr lang="ru-RU" sz="1400" b="1" dirty="0">
                <a:solidFill>
                  <a:schemeClr val="bg1"/>
                </a:solidFill>
                <a:latin typeface="PT Sans"/>
              </a:rPr>
              <a:t>-</a:t>
            </a:r>
            <a:r>
              <a:rPr lang="en-US" sz="1400" b="1" dirty="0">
                <a:solidFill>
                  <a:schemeClr val="bg1"/>
                </a:solidFill>
                <a:latin typeface="PT Sans"/>
              </a:rPr>
              <a:t>edu.mirea.ru</a:t>
            </a:r>
            <a:endParaRPr lang="ru-RU" sz="1400" b="1" dirty="0">
              <a:solidFill>
                <a:schemeClr val="bg1"/>
              </a:solidFill>
              <a:latin typeface="PT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7958"/>
            <a:ext cx="9143999" cy="2644726"/>
          </a:xfrm>
        </p:spPr>
        <p:txBody>
          <a:bodyPr/>
          <a:lstStyle/>
          <a:p>
            <a:pPr algn="ctr"/>
            <a:r>
              <a:rPr lang="ru-RU" altLang="ru-RU" sz="6000" dirty="0">
                <a:latin typeface="Times New Roman" panose="02020603050405020304" pitchFamily="18" charset="0"/>
              </a:rPr>
              <a:t>Программирование управляемых технических систем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/>
              <a:t>: </a:t>
            </a:r>
            <a:r>
              <a:rPr lang="ru-RU" dirty="0" err="1"/>
              <a:t>Закожурников</a:t>
            </a:r>
            <a:r>
              <a:rPr lang="ru-RU" dirty="0"/>
              <a:t> Сергей Сергеевич</a:t>
            </a:r>
          </a:p>
          <a:p>
            <a:r>
              <a:rPr lang="en-US" dirty="0"/>
              <a:t>e-mail: zakozhurnikov@mirea.ru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0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8E0AF4-E8B8-48A2-8BDF-7B7D8AD6B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23064"/>
            <a:ext cx="9144001" cy="480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9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7D3D03-BC4E-4826-9DAD-586B9C610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143"/>
            <a:ext cx="9144000" cy="417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6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779020-D369-4602-9B1F-B1985103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55"/>
            <a:ext cx="9144000" cy="9201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8D9311-7B9C-497D-8680-FF6A8138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7866"/>
            <a:ext cx="9144000" cy="460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36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76E446-7A31-43CF-A38B-DE03C078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291"/>
            <a:ext cx="9144000" cy="650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8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FDE041-A29B-4BC4-9AF0-C8BC93063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196"/>
            <a:ext cx="9144000" cy="83642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25D588-BF76-4A04-A9C2-BF20382CE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379726"/>
            <a:ext cx="9143999" cy="307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0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E50A87-D1AA-4025-B019-C1759317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366"/>
            <a:ext cx="9144000" cy="571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73D763-E980-4C37-B049-C24633A16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889195" cy="186719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BF504D-C819-4CB4-B417-390DDF2FA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7193"/>
            <a:ext cx="9143999" cy="499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1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AE87F4-0A96-4064-A278-1B16ED237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2659"/>
            <a:ext cx="9144000" cy="53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64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99438C-A9EE-4C70-915D-8FEB2FCAA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0"/>
            <a:ext cx="7639050" cy="11906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E08448-507B-454C-8BD6-442EB6911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190625"/>
            <a:ext cx="7639050" cy="33051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DF7B86-6EA1-4BD2-9725-F673E48D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495800"/>
            <a:ext cx="75628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0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17C9ED-2D67-4ECD-A3C2-C68EA5865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487" y="0"/>
            <a:ext cx="3943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45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CE9483-1C60-48E2-9C30-05A62A76D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90" y="0"/>
            <a:ext cx="6108031" cy="326638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C82DFF-0369-4D6B-8604-692475DE6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90" y="3266381"/>
            <a:ext cx="6067498" cy="359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90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F40BA2-8FCF-4ADF-8CF2-0291BEF99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32" y="0"/>
            <a:ext cx="7697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99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BBAB09-5CCE-4096-836A-499BE952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3" y="0"/>
            <a:ext cx="9073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95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60594B-C844-4492-BED4-12EAEC4E6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358"/>
            <a:ext cx="9144000" cy="553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62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134E9B-B18C-4728-B101-D9E457C52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13" y="149322"/>
            <a:ext cx="7132646" cy="670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38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E95152-F5FD-4726-AC6C-E50F96C7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803" y="0"/>
            <a:ext cx="5715000" cy="25241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28F2F5-0693-473D-A1CF-F99E9DA07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393" y="2724683"/>
            <a:ext cx="6819973" cy="413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39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66AE20-A09F-4B60-BE52-DADA600BE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28" y="499692"/>
            <a:ext cx="8215937" cy="585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10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B22DA7-832F-488F-BFB7-647DC13CC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41" y="409970"/>
            <a:ext cx="8009981" cy="611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16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06D1E8-B330-4366-92E6-A81523B08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922" y="0"/>
            <a:ext cx="5812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5962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24</Words>
  <Application>Microsoft Office PowerPoint</Application>
  <PresentationFormat>Экран (4:3)</PresentationFormat>
  <Paragraphs>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PT Sans</vt:lpstr>
      <vt:lpstr>Times New Roman</vt:lpstr>
      <vt:lpstr>Специальное оформление</vt:lpstr>
      <vt:lpstr>Программирование управляемых технических 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Закожурников Сергей Сергеевич</cp:lastModifiedBy>
  <cp:revision>111</cp:revision>
  <dcterms:created xsi:type="dcterms:W3CDTF">2015-07-29T11:14:37Z</dcterms:created>
  <dcterms:modified xsi:type="dcterms:W3CDTF">2024-01-21T09:00:51Z</dcterms:modified>
</cp:coreProperties>
</file>